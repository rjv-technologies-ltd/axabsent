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Force Emergence in the Enhanced Mathematical Ontology of Absolute Nothingness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Tensorial Genesis of Gravitational, Electromagnetic, Strong, and Weak Interactions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Overview of Force Genesis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This presentation details how fundamental forces emerge from absolute interactions under the unified ontology.</a:t>
            </a:r>
          </a:p>
          <a:p/>
          <a:p>
            <a:r>
              <a:t>Core principles:</a:t>
            </a:r>
          </a:p>
          <a:p>
            <a:r>
              <a:t>• Force = Quantized response to symmetry decay over mediated transfinite chains</a:t>
            </a:r>
          </a:p>
          <a:p>
            <a:r>
              <a:t>• Each force projects uniquely via CEFT tensors and SDI-FDT trigonometric pathways</a:t>
            </a:r>
          </a:p>
          <a:p>
            <a:r>
              <a:t>• Mediation fields = propagation substrates from irreducible absolute entanglement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Gravitational Force Emergence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Gravity is modeled as curvature entanglement in CEFT space</a:t>
            </a:r>
          </a:p>
          <a:p>
            <a:r>
              <a:t>• Emerges from lowest-energy CEFT tensor deformation pathway</a:t>
            </a:r>
          </a:p>
          <a:p>
            <a:r>
              <a:t>• Coupling constant derives from selection entropy + propagation lag in mediator space</a:t>
            </a:r>
          </a:p>
          <a:p>
            <a:r>
              <a:t>• Predicts field acceleration from entropic flux alignment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Electromagnetic Force Emergence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Arises from polar CEFT tensor separation in cross-absolute fields</a:t>
            </a:r>
          </a:p>
          <a:p>
            <a:r>
              <a:t>• SDI governs field spread symmetry; FDT governs oscillation frequency</a:t>
            </a:r>
          </a:p>
          <a:p>
            <a:r>
              <a:t>• Field lines form through angular interaction quantization</a:t>
            </a:r>
          </a:p>
          <a:p>
            <a:r>
              <a:t>• Enables resonance-binding at specific trigonometric harmonics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Strong Force (Quark Confinement)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Maximum CEFT compression triggers force confinement envelope</a:t>
            </a:r>
          </a:p>
          <a:p>
            <a:r>
              <a:t>• SDI inversion projects force inward with transfinite self-reinforcement</a:t>
            </a:r>
          </a:p>
          <a:p>
            <a:r>
              <a:t>• Emergence dictated by tensor rotation convergence at sub-Planck scales</a:t>
            </a:r>
          </a:p>
          <a:p>
            <a:r>
              <a:t>• Results in permanent binding and asymptotic force saturation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Weak Force (Decay Transitions)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Weak force arises from mediator chain breakage during entropy realignment</a:t>
            </a:r>
          </a:p>
          <a:p>
            <a:r>
              <a:t>• Acts orthogonal to primary CEFT tensor collapse axis</a:t>
            </a:r>
          </a:p>
          <a:p>
            <a:r>
              <a:t>• Facilitates directional transition in unstable absolute states</a:t>
            </a:r>
          </a:p>
          <a:p>
            <a:r>
              <a:t>• Force vector is governed by cross-entropy vector alignment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Unification via CEFT &amp; Selection Principle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All forces originate from different CEFT deformation paths through the same transfinite mediator topology</a:t>
            </a:r>
          </a:p>
          <a:p>
            <a:r>
              <a:t>• Selection principle minimizes action → maximizes integrated information</a:t>
            </a:r>
          </a:p>
          <a:p>
            <a:r>
              <a:t>• Tensor field geometry + entropy flux = unified field generator</a:t>
            </a:r>
          </a:p>
          <a:p>
            <a:r>
              <a:t>• Model yields full quantization and falsifiable resonance signatures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 &amp; Experimental Implications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All fundamental forces now derivable from first-principles geometry of nothingness</a:t>
            </a:r>
          </a:p>
          <a:p>
            <a:r>
              <a:t>• CEFT + SDI + FDT = force emergence matrix</a:t>
            </a:r>
          </a:p>
          <a:p>
            <a:r>
              <a:t>• Experimental probes: high-energy CEFT compression, field resonance capture, entropy-tuned field mapping</a:t>
            </a:r>
          </a:p>
          <a:p>
            <a:r>
              <a:t>• Platform for propulsion, unification testing, and transfinite-scale material design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