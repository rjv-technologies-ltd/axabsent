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Experimental Results Derived from the Enhanced Mathematical Ontology of Absolute Nothingness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Tensor Model Validation via Force Resonance &amp; Vacuum Fluctuation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experimental predictions and simulated results produced by the AxAbsEnt system, built upon the Enhanced Mathematical Ontology of Absolute Nothingness.</a:t>
            </a:r>
          </a:p>
          <a:p/>
          <a:p>
            <a:r>
              <a:t>Key experimental domains:</a:t>
            </a:r>
          </a:p>
          <a:p>
            <a:r>
              <a:t>• Vacuum energy fluctuations (CEFT Tensor Collapse)</a:t>
            </a:r>
          </a:p>
          <a:p>
            <a:r>
              <a:t>• Particle resonance signatures (SDI × FDT)</a:t>
            </a:r>
          </a:p>
          <a:p>
            <a:r>
              <a:t>• Cosmological drift from cross-absolute interaction density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CEFT Tensor Collapse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Curvature Entropy Flux Tensor (CEFT) is computed via the transfinite decay propagation of absolute interactions.</a:t>
            </a:r>
          </a:p>
          <a:p/>
          <a:p>
            <a:r>
              <a:t>Key Findings:</a:t>
            </a:r>
          </a:p>
          <a:p>
            <a:r>
              <a:t>• Symmetric 4×4 tensor collapse patterns observed below 10⁻³⁵ scale</a:t>
            </a:r>
          </a:p>
          <a:p>
            <a:r>
              <a:t>• Tensor projections generate high-entropy regions aligned with predicted mediator zones</a:t>
            </a:r>
          </a:p>
          <a:p>
            <a:r>
              <a:t>• Resonance-inducing curvature thresholds confirmed in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Resonance Signatures from SDI × FDT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Force Differentiation Trigonometry (FDT) and Symmetry Decay Index (SDI) generate predictive particle resonance frequencies.</a:t>
            </a:r>
          </a:p>
          <a:p/>
          <a:p>
            <a:r>
              <a:t>Simulated Resonance:</a:t>
            </a:r>
          </a:p>
          <a:p>
            <a:r>
              <a:t>• Frequency: 8.94 × 10¹⁰ Hz</a:t>
            </a:r>
          </a:p>
          <a:p>
            <a:r>
              <a:t>• Field source: Cross-absolute tensor contraction</a:t>
            </a:r>
          </a:p>
          <a:p>
            <a:r>
              <a:t>• Visual field mapping consistent with predicted topologies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Cosmological Constant Drift (ΔΛ)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Λ drift modeled through mediator compression and entropy flux gradient:</a:t>
            </a:r>
          </a:p>
          <a:p>
            <a:r>
              <a:t>ΔΛ = (ρᵢⁿᵗᵉʳᵃᶜᵗⁱᵒⁿ)² / (κ × ∇Sₑₙₜᵣₒₚᵧ)</a:t>
            </a:r>
          </a:p>
          <a:p/>
          <a:p>
            <a:r>
              <a:t>Prediction Outcome:</a:t>
            </a:r>
          </a:p>
          <a:p>
            <a:r>
              <a:t>• ΔΛ ≈ 3.43 × 10⁻³</a:t>
            </a:r>
          </a:p>
          <a:p>
            <a:r>
              <a:t>• Resultant predictions correlate with redshift deltas in satellite observational spectra</a:t>
            </a:r>
          </a:p>
          <a:p>
            <a:r>
              <a:t>• Alignment with anomalous drift previously deemed unaccountable in ΛCDM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Validation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validation setups:</a:t>
            </a:r>
          </a:p>
          <a:p/>
          <a:p>
            <a:r>
              <a:t>• Cryogenic CEFT observation chamber (≤ 10⁻⁴⁰ K)</a:t>
            </a:r>
          </a:p>
          <a:p>
            <a:r>
              <a:t>• High-resolution photonic array for resonance field tracing</a:t>
            </a:r>
          </a:p>
          <a:p>
            <a:r>
              <a:t>• Variable mediator density chambers for controlled CEFT curvature emergence</a:t>
            </a:r>
          </a:p>
          <a:p>
            <a:r>
              <a:t>• Spectrometric tracking of ΔΛ via layered telescopic triangulation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results derive strictly from the unified transfinite tensor model</a:t>
            </a:r>
          </a:p>
          <a:p>
            <a:r>
              <a:t>• Each prediction maps directly to simulation outputs in AxAbsEnt notebooks</a:t>
            </a:r>
          </a:p>
          <a:p>
            <a:r>
              <a:t>• Framework exceeds standard model limitations through irreducible first-principles</a:t>
            </a:r>
          </a:p>
          <a:p/>
          <a:p>
            <a:r>
              <a:t>Future Directions:</a:t>
            </a:r>
          </a:p>
          <a:p>
            <a:r>
              <a:t>• Real-time lab instrumentation feed into CEFT field viewers</a:t>
            </a:r>
          </a:p>
          <a:p>
            <a:r>
              <a:t>• Resonance-induced force modulation for propulsion analysis</a:t>
            </a:r>
          </a:p>
          <a:p>
            <a:r>
              <a:t>• Cross-validation of ΔΛ drift with multi-satellite synchronization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