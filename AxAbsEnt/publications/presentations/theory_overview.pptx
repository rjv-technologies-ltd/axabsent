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 of the Enhanced Mathematical Ontology of Absolute Nothingness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Unifying Physics, Information, Forces, and Reality via Irreducible Absolutes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Foundational Premise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theory proposes that all existence arises from a symmetry break within Absolute Nothingness.</a:t>
            </a:r>
          </a:p>
          <a:p/>
          <a:p>
            <a:r>
              <a:t>Core Definitions:</a:t>
            </a:r>
          </a:p>
          <a:p>
            <a:r>
              <a:t>• Absolute Entity: irreducible, interaction-independent ontological unit</a:t>
            </a:r>
          </a:p>
          <a:p>
            <a:r>
              <a:t>• Mediator Space: the propagating fabric between entities</a:t>
            </a:r>
          </a:p>
          <a:p>
            <a:r>
              <a:t>• Interaction: directional transformation regulated by tensorial entropy flux</a:t>
            </a:r>
          </a:p>
          <a:p>
            <a:r>
              <a:t>• Selection Principle: minimal action, maximal integrated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Axioms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Axiom 1 – Absolutes are non-relational and emerge without reference to spacetime.</a:t>
            </a:r>
          </a:p>
          <a:p>
            <a:r>
              <a:t>Axiom 2 – Interactions occur only via mediator chains formed by entropy curvature.</a:t>
            </a:r>
          </a:p>
          <a:p>
            <a:r>
              <a:t>Axiom 3 – Forces arise from CEFT deformation over transfinite pathways.</a:t>
            </a:r>
          </a:p>
          <a:p>
            <a:r>
              <a:t>Axiom 4 – Time, space, and matter are emergent from selection-encoded propagation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Constructs of the Ontology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AbsoluteEntity → irreducible existence node</a:t>
            </a:r>
          </a:p>
          <a:p>
            <a:r>
              <a:t>• InteractionOperator → tensorial relation between absolutes</a:t>
            </a:r>
          </a:p>
          <a:p>
            <a:r>
              <a:t>• MediatorSpace → field enabling transfinite logic propagation</a:t>
            </a:r>
          </a:p>
          <a:p>
            <a:r>
              <a:t>• TransfiniteChain → ordered decay sequence guiding force quantization</a:t>
            </a:r>
          </a:p>
          <a:p>
            <a:r>
              <a:t>• CEFT (Curvature Entropy Flux Tensor) → force emergence field</a:t>
            </a:r>
          </a:p>
          <a:p>
            <a:r>
              <a:t>• SDI/FDT → symmetry decay metrics and force differentiation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Cross-Absolute Interaction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Interaction is never direct; it requires mediator spatial compression and CEFT coherence</a:t>
            </a:r>
          </a:p>
          <a:p>
            <a:r>
              <a:t>• Chains propagate by recursive projection, not momentum</a:t>
            </a:r>
          </a:p>
          <a:p>
            <a:r>
              <a:t>• Information = phase-aligned decay from symmetry shift</a:t>
            </a:r>
          </a:p>
          <a:p>
            <a:r>
              <a:t>• Resulting outputs: force, resonance, mass, or quantized curvature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Tensorial Unification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Unified Model Equation maps all fields as projections of symmetry-breaking across absolute ontologies.</a:t>
            </a:r>
          </a:p>
          <a:p/>
          <a:p>
            <a:r>
              <a:t>• Tensors trace entropy curvature in force-space</a:t>
            </a:r>
          </a:p>
          <a:p>
            <a:r>
              <a:t>• All interactions quantize through CEFT deformation and mediator compression</a:t>
            </a:r>
          </a:p>
          <a:p>
            <a:r>
              <a:t>• No reliance on particle fields; all results emerge from structural information physics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CEFT fluctuations observable in vacuum chamber entropy anomalies</a:t>
            </a:r>
          </a:p>
          <a:p>
            <a:r>
              <a:t>• Field resonance measurable via photonic phase array alignment</a:t>
            </a:r>
          </a:p>
          <a:p>
            <a:r>
              <a:t>• Λ drift trackable through cross-telescope triangulated observation</a:t>
            </a:r>
          </a:p>
          <a:p>
            <a:r>
              <a:t>• Resonant curvature fields offer testable pathways to unify force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Displacing Newton, Einstein, and Schrödinger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Newton: Gravitation not due to attraction but curvature entropy flux</a:t>
            </a:r>
          </a:p>
          <a:p>
            <a:r>
              <a:t>• Einstein: Spacetime is not fundamental, but emergent from selection propagation</a:t>
            </a:r>
          </a:p>
          <a:p>
            <a:r>
              <a:t>• Schrödinger: Wavefunction collapse reinterpreted as entropy resonance across transfinite chains</a:t>
            </a:r>
          </a:p>
          <a:p>
            <a:r>
              <a:t>• The Unified Model reclassifies all prior theories as limiting approximations under singular collapse symmetry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ontology grounds all physics in irreducible absolutes</a:t>
            </a:r>
          </a:p>
          <a:p>
            <a:r>
              <a:t>• CEFT, SDI, and FDT comprise a complete predictive framework</a:t>
            </a:r>
          </a:p>
          <a:p>
            <a:r>
              <a:t>• Empirical predictions for force emergence, Λ drift, and information transfer are testable today</a:t>
            </a:r>
          </a:p>
          <a:p>
            <a:r>
              <a:t>• This is not a theory extension — it is a universal replacement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